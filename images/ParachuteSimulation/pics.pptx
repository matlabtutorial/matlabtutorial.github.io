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9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63B5-8D4A-6A3D-086B-0FEEE7AC9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3813D-05A1-A1F0-7A7C-AC110BB82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30116-38DC-4CA5-0C60-66289553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22A32-EBC2-C5D1-F4A5-02094192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F8DAF-5CEF-F0E7-7CFD-B437F340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5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3AB19-10BF-63CC-64E9-144AC0A4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42AC8-4AD3-579B-D5BF-5C7392338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A2C35-01F8-962A-1669-BB0982F3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E749E-42A3-3C5D-A994-9A58DA8F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E0407-4B09-BB1D-F57B-C4638135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0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FC8B-BA91-F718-C30A-3D0B0FA1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4833-DA65-2478-4612-9FA80DFA4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A842B-7462-7F26-D935-066E1B85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517C7-5F6E-CC7D-F688-18198F83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481C0-D1F0-E844-892E-1DF79419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4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D483-9132-403D-8CD3-52D29F3F0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DEFA8-6C11-927E-CFB8-B4CC2DDC7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9055F-6754-9999-FDBF-54E899931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69408-F910-807C-8E36-4E254032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AC4C5-F11A-7AA5-A688-042360D5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CC0D3-9EBD-EAAE-8E04-9F36D201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5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B5AB-52ED-E885-B455-3900EC4A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14FFE-2E36-98F7-FF77-FC90794EA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9B316-89C8-45BF-FE92-2D3C0C6E8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34633-126B-A6A1-B3EC-95E154A22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83CA8-FD5C-E70B-5941-BAD9B07A0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14631C-E3E1-6130-D98D-A787B4C8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BE035-FB7E-E1CB-6A7B-3C98DD0E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673DA-834B-9022-D123-9EBC061C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4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3730-73CE-1098-EED7-63519612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EBEC-0DB8-3B83-E323-6AE46846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D96C8-B60F-241A-F996-35CFB94D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FBCA1-2B1E-5602-4795-9CD3A0C2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55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6C91-31AC-ED85-A283-9723EDDD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9E5EB-9A82-68AC-82F5-64882FF2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D42A1-0254-972F-F080-EBC758B5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7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6724-D811-4530-381A-8EF18B35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ADA4A-C7FD-6B03-63CB-CC62FA288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74D6E-E3D8-D2A4-F86E-B398200AF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0636B-1F57-440D-13A8-D5B81513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42425-BD04-6401-07B3-7CA97CDD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7B5ED-0359-123B-18DE-D9BAFFBA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67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9D1C-56AF-F1AA-C706-F2BF75B2F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EFA299-FD98-29F2-98CD-E60297F9E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D1992-D1E1-7DD9-E50F-C1686369F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549E0-EB73-A90B-2A6E-96C2D57E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2A1E4-8198-80E8-2E49-95AA5D7F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A177C-9700-99C8-2F85-0AE9CB3B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4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ED43-D1FD-8E8E-5761-410F412C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8798F-4CCE-8A82-3B93-5DC0DFDC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79095-5560-B22C-4665-E8818F80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A49D6-4460-3949-892E-BFD1E41B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DA318-089C-CAFE-245F-40D65439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5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FFCB82-27D5-AE3C-EB4F-ACA9BEB2A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6E6B5-5F7C-04C2-9CCE-9DCC7A879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68FD-2EBE-7113-80E1-2EE5B150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32F3A-4602-BDE4-9E19-C026C20A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F9B5D-0F3A-22EF-A763-F06FAF4B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4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E53AD-C897-0091-3DE8-8AA1E5B8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4745F-FEDB-A866-B62A-7A9B3B5C1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6211F-3114-FFC3-1723-FEB346D39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32D9C-4090-429C-8BEC-C6BBD1CA4AB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B4AEF-7F23-6188-13B8-1DEAE2871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CA4A3-B9B6-4FC7-792C-6A725D06E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56DCF-47E0-4E32-8B74-F51E95B70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6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65D8E21-3FF9-4B1B-9AE7-22F59CC609A2}"/>
              </a:ext>
            </a:extLst>
          </p:cNvPr>
          <p:cNvSpPr/>
          <p:nvPr/>
        </p:nvSpPr>
        <p:spPr>
          <a:xfrm>
            <a:off x="3458307" y="3604846"/>
            <a:ext cx="3780692" cy="2549769"/>
          </a:xfrm>
          <a:custGeom>
            <a:avLst/>
            <a:gdLst>
              <a:gd name="csX0" fmla="*/ 0 w 3780692"/>
              <a:gd name="csY0" fmla="*/ 0 h 2549769"/>
              <a:gd name="csX1" fmla="*/ 3780692 w 3780692"/>
              <a:gd name="csY1" fmla="*/ 0 h 2549769"/>
              <a:gd name="csX2" fmla="*/ 3780692 w 3780692"/>
              <a:gd name="csY2" fmla="*/ 2549769 h 2549769"/>
              <a:gd name="csX3" fmla="*/ 0 w 3780692"/>
              <a:gd name="csY3" fmla="*/ 2549769 h 2549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80692" h="2549769">
                <a:moveTo>
                  <a:pt x="0" y="0"/>
                </a:moveTo>
                <a:lnTo>
                  <a:pt x="3780692" y="0"/>
                </a:lnTo>
                <a:lnTo>
                  <a:pt x="3780692" y="2549769"/>
                </a:lnTo>
                <a:lnTo>
                  <a:pt x="0" y="2549769"/>
                </a:lnTo>
                <a:close/>
              </a:path>
            </a:pathLst>
          </a:custGeom>
          <a:solidFill>
            <a:srgbClr val="EAF3DE">
              <a:alpha val="35000"/>
            </a:srgbClr>
          </a:solidFill>
          <a:ln w="878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8D62608-2B6F-1D82-B9F2-D8FDC61D7DBC}"/>
              </a:ext>
            </a:extLst>
          </p:cNvPr>
          <p:cNvCxnSpPr>
            <a:stCxn id="47" idx="1"/>
            <a:endCxn id="73" idx="3"/>
          </p:cNvCxnSpPr>
          <p:nvPr/>
        </p:nvCxnSpPr>
        <p:spPr>
          <a:xfrm>
            <a:off x="5656383" y="3675184"/>
            <a:ext cx="439616" cy="24354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A4E4C69-D46A-6AC6-CB75-7B117AF7746C}"/>
              </a:ext>
            </a:extLst>
          </p:cNvPr>
          <p:cNvSpPr/>
          <p:nvPr/>
        </p:nvSpPr>
        <p:spPr>
          <a:xfrm>
            <a:off x="3458307" y="351692"/>
            <a:ext cx="3780692" cy="791307"/>
          </a:xfrm>
          <a:custGeom>
            <a:avLst/>
            <a:gdLst>
              <a:gd name="csX0" fmla="*/ 3710354 w 3780692"/>
              <a:gd name="csY0" fmla="*/ 0 h 791307"/>
              <a:gd name="csX1" fmla="*/ 3780692 w 3780692"/>
              <a:gd name="csY1" fmla="*/ 0 h 791307"/>
              <a:gd name="csX2" fmla="*/ 3780692 w 3780692"/>
              <a:gd name="csY2" fmla="*/ 791308 h 791307"/>
              <a:gd name="csX3" fmla="*/ 3710354 w 3780692"/>
              <a:gd name="csY3" fmla="*/ 791308 h 791307"/>
              <a:gd name="csX4" fmla="*/ 70338 w 3780692"/>
              <a:gd name="csY4" fmla="*/ 791308 h 791307"/>
              <a:gd name="csX5" fmla="*/ 0 w 3780692"/>
              <a:gd name="csY5" fmla="*/ 791308 h 791307"/>
              <a:gd name="csX6" fmla="*/ 0 w 3780692"/>
              <a:gd name="csY6" fmla="*/ 0 h 791307"/>
              <a:gd name="csX7" fmla="*/ 70338 w 3780692"/>
              <a:gd name="csY7" fmla="*/ 0 h 791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80692" h="791307">
                <a:moveTo>
                  <a:pt x="3710354" y="0"/>
                </a:moveTo>
                <a:cubicBezTo>
                  <a:pt x="3749201" y="0"/>
                  <a:pt x="3780692" y="0"/>
                  <a:pt x="3780692" y="0"/>
                </a:cubicBezTo>
                <a:lnTo>
                  <a:pt x="3780692" y="791308"/>
                </a:lnTo>
                <a:cubicBezTo>
                  <a:pt x="3780692" y="791308"/>
                  <a:pt x="3749201" y="791308"/>
                  <a:pt x="3710354" y="791308"/>
                </a:cubicBezTo>
                <a:lnTo>
                  <a:pt x="70338" y="791308"/>
                </a:lnTo>
                <a:cubicBezTo>
                  <a:pt x="31492" y="791308"/>
                  <a:pt x="0" y="791308"/>
                  <a:pt x="0" y="791308"/>
                </a:cubicBezTo>
                <a:lnTo>
                  <a:pt x="0" y="0"/>
                </a:lnTo>
                <a:cubicBezTo>
                  <a:pt x="0" y="0"/>
                  <a:pt x="31492" y="0"/>
                  <a:pt x="70338" y="0"/>
                </a:cubicBezTo>
                <a:close/>
              </a:path>
            </a:pathLst>
          </a:custGeom>
          <a:solidFill>
            <a:srgbClr val="E6F1FB">
              <a:alpha val="35000"/>
            </a:srgbClr>
          </a:solidFill>
          <a:ln w="878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CE1D27C-6122-E76D-5FA9-1486F81368BE}"/>
              </a:ext>
            </a:extLst>
          </p:cNvPr>
          <p:cNvSpPr/>
          <p:nvPr/>
        </p:nvSpPr>
        <p:spPr>
          <a:xfrm>
            <a:off x="3458307" y="1143000"/>
            <a:ext cx="3780692" cy="2461846"/>
          </a:xfrm>
          <a:custGeom>
            <a:avLst/>
            <a:gdLst>
              <a:gd name="csX0" fmla="*/ 0 w 3780692"/>
              <a:gd name="csY0" fmla="*/ 0 h 2461846"/>
              <a:gd name="csX1" fmla="*/ 3780692 w 3780692"/>
              <a:gd name="csY1" fmla="*/ 0 h 2461846"/>
              <a:gd name="csX2" fmla="*/ 3780692 w 3780692"/>
              <a:gd name="csY2" fmla="*/ 2461846 h 2461846"/>
              <a:gd name="csX3" fmla="*/ 0 w 3780692"/>
              <a:gd name="csY3" fmla="*/ 2461846 h 2461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80692" h="2461846">
                <a:moveTo>
                  <a:pt x="0" y="0"/>
                </a:moveTo>
                <a:lnTo>
                  <a:pt x="3780692" y="0"/>
                </a:lnTo>
                <a:lnTo>
                  <a:pt x="3780692" y="2461846"/>
                </a:lnTo>
                <a:lnTo>
                  <a:pt x="0" y="2461846"/>
                </a:lnTo>
                <a:close/>
              </a:path>
            </a:pathLst>
          </a:custGeom>
          <a:solidFill>
            <a:srgbClr val="FAEEDA">
              <a:alpha val="28000"/>
            </a:srgbClr>
          </a:solidFill>
          <a:ln w="878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F0721-E761-7DB3-48CB-5BD0C92C8EDD}"/>
              </a:ext>
            </a:extLst>
          </p:cNvPr>
          <p:cNvSpPr txBox="1"/>
          <p:nvPr/>
        </p:nvSpPr>
        <p:spPr>
          <a:xfrm>
            <a:off x="3507544" y="593724"/>
            <a:ext cx="9605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spc="0" baseline="0" dirty="0">
                <a:ln/>
                <a:solidFill>
                  <a:srgbClr val="3D3D3A"/>
                </a:solidFill>
                <a:latin typeface="Cambria Math"/>
                <a:ea typeface="Cambria Math"/>
                <a:sym typeface="Cambria Math"/>
                <a:rtl val="0"/>
              </a:rPr>
              <a:t>①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Cambria Math"/>
                <a:cs typeface="Segoe UI"/>
                <a:sym typeface="Segoe UI"/>
                <a:rtl val="0"/>
              </a:rPr>
              <a:t> </a:t>
            </a:r>
            <a:r>
              <a:rPr lang="ko-KR" altLang="en-US" sz="900" spc="0" baseline="0" dirty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패키지 사출</a:t>
            </a:r>
            <a:endParaRPr lang="en-US" sz="900" spc="0" baseline="0" dirty="0">
              <a:ln/>
              <a:solidFill>
                <a:srgbClr val="3D3D3A"/>
              </a:solidFill>
              <a:latin typeface="Malgun Gothic"/>
              <a:ea typeface="Malgun Gothic"/>
              <a:cs typeface="Segoe UI"/>
              <a:sym typeface="Malgun Gothic"/>
              <a:rtl val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9CDD0-4499-BA7A-6B3B-152B759F57BC}"/>
              </a:ext>
            </a:extLst>
          </p:cNvPr>
          <p:cNvSpPr txBox="1"/>
          <p:nvPr/>
        </p:nvSpPr>
        <p:spPr>
          <a:xfrm>
            <a:off x="3507544" y="725609"/>
            <a:ext cx="28536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고도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250 m | </a:t>
            </a:r>
            <a:r>
              <a:rPr lang="en-US" sz="900" dirty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x </a:t>
            </a:r>
            <a:r>
              <a:rPr lang="ko-KR" altLang="en-US" sz="900" dirty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방향</a:t>
            </a:r>
            <a:r>
              <a:rPr lang="en-US" altLang="ko-KR" sz="900" dirty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 </a:t>
            </a:r>
            <a:r>
              <a:rPr lang="ko-KR" altLang="en-US" sz="900" dirty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속도</a:t>
            </a:r>
            <a:r>
              <a:rPr lang="en-US" altLang="ko-KR" sz="900" dirty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: </a:t>
            </a:r>
            <a:r>
              <a:rPr lang="en-US" sz="90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10m/s, y </a:t>
            </a:r>
            <a:r>
              <a:rPr lang="ko-KR" altLang="en-US" sz="90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방향 속도</a:t>
            </a:r>
            <a:r>
              <a:rPr lang="en-US" altLang="ko-KR" sz="90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: 10m/s</a:t>
            </a:r>
            <a:endParaRPr lang="en-US" sz="900" spc="0" baseline="0" dirty="0">
              <a:ln/>
              <a:solidFill>
                <a:srgbClr val="3D3D3A"/>
              </a:solidFill>
              <a:latin typeface="Segoe UI"/>
              <a:ea typeface="Malgun Gothic"/>
              <a:cs typeface="Segoe UI"/>
              <a:sym typeface="Segoe UI"/>
              <a:rtl val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4D1743-EC4E-C9F0-7AFE-4317F67D1E56}"/>
              </a:ext>
            </a:extLst>
          </p:cNvPr>
          <p:cNvSpPr txBox="1"/>
          <p:nvPr/>
        </p:nvSpPr>
        <p:spPr>
          <a:xfrm>
            <a:off x="3507544" y="3708063"/>
            <a:ext cx="1124262" cy="23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spc="0" baseline="0">
                <a:ln/>
                <a:solidFill>
                  <a:srgbClr val="3D3D3A"/>
                </a:solidFill>
                <a:latin typeface="Cambria Math"/>
                <a:ea typeface="Cambria Math"/>
                <a:sym typeface="Cambria Math"/>
                <a:rtl val="0"/>
              </a:rPr>
              <a:t>③</a:t>
            </a:r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ea typeface="Cambria Math"/>
                <a:cs typeface="Segoe UI"/>
                <a:sym typeface="Segoe UI"/>
                <a:rtl val="0"/>
              </a:rPr>
              <a:t> </a:t>
            </a:r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낙하산</a:t>
            </a:r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전개</a:t>
            </a:r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구간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A3CE5E-C3F0-EAF1-1D11-A08A7E0C2088}"/>
              </a:ext>
            </a:extLst>
          </p:cNvPr>
          <p:cNvSpPr txBox="1"/>
          <p:nvPr/>
        </p:nvSpPr>
        <p:spPr>
          <a:xfrm>
            <a:off x="3507544" y="3840926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100 m → 0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2C88B5-B1ED-BEDF-4B3E-181EBDA75D10}"/>
              </a:ext>
            </a:extLst>
          </p:cNvPr>
          <p:cNvSpPr txBox="1"/>
          <p:nvPr/>
        </p:nvSpPr>
        <p:spPr>
          <a:xfrm>
            <a:off x="3507544" y="3971832"/>
            <a:ext cx="950335" cy="23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항력으로</a:t>
            </a:r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급감속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BAD1AC3-5ED7-E55E-1894-FDFC0B188B18}"/>
              </a:ext>
            </a:extLst>
          </p:cNvPr>
          <p:cNvSpPr/>
          <p:nvPr/>
        </p:nvSpPr>
        <p:spPr>
          <a:xfrm>
            <a:off x="7590691" y="351692"/>
            <a:ext cx="8792" cy="5802923"/>
          </a:xfrm>
          <a:custGeom>
            <a:avLst/>
            <a:gdLst>
              <a:gd name="csX0" fmla="*/ 0 w 8792"/>
              <a:gd name="csY0" fmla="*/ 0 h 5802923"/>
              <a:gd name="csX1" fmla="*/ 0 w 8792"/>
              <a:gd name="csY1" fmla="*/ 5802923 h 58029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" h="5802923">
                <a:moveTo>
                  <a:pt x="0" y="0"/>
                </a:moveTo>
                <a:lnTo>
                  <a:pt x="0" y="5802923"/>
                </a:lnTo>
              </a:path>
            </a:pathLst>
          </a:custGeom>
          <a:ln w="8783" cap="flat">
            <a:solidFill>
              <a:srgbClr val="1F1E1D"/>
            </a:solidFill>
            <a:custDash>
              <a:ds d="22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117E4EA-063D-BE90-9EA0-82D65AA44FB4}"/>
              </a:ext>
            </a:extLst>
          </p:cNvPr>
          <p:cNvSpPr/>
          <p:nvPr/>
        </p:nvSpPr>
        <p:spPr>
          <a:xfrm>
            <a:off x="7546730" y="1143000"/>
            <a:ext cx="87923" cy="8792"/>
          </a:xfrm>
          <a:custGeom>
            <a:avLst/>
            <a:gdLst>
              <a:gd name="csX0" fmla="*/ 0 w 87923"/>
              <a:gd name="csY0" fmla="*/ 0 h 8792"/>
              <a:gd name="csX1" fmla="*/ 87923 w 87923"/>
              <a:gd name="csY1" fmla="*/ 0 h 8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3" h="8792">
                <a:moveTo>
                  <a:pt x="0" y="0"/>
                </a:moveTo>
                <a:lnTo>
                  <a:pt x="87923" y="0"/>
                </a:lnTo>
              </a:path>
            </a:pathLst>
          </a:custGeom>
          <a:ln w="13174" cap="flat">
            <a:solidFill>
              <a:srgbClr val="3D3D3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36E6D1-9C9B-C596-935A-4C0D49DE4C3C}"/>
              </a:ext>
            </a:extLst>
          </p:cNvPr>
          <p:cNvSpPr txBox="1"/>
          <p:nvPr/>
        </p:nvSpPr>
        <p:spPr>
          <a:xfrm>
            <a:off x="7587174" y="1018595"/>
            <a:ext cx="4716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250m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D2EA2A0-C897-C22A-A25B-EBAD869C10A6}"/>
              </a:ext>
            </a:extLst>
          </p:cNvPr>
          <p:cNvSpPr/>
          <p:nvPr/>
        </p:nvSpPr>
        <p:spPr>
          <a:xfrm>
            <a:off x="7085134" y="3604846"/>
            <a:ext cx="87923" cy="8792"/>
          </a:xfrm>
          <a:custGeom>
            <a:avLst/>
            <a:gdLst>
              <a:gd name="csX0" fmla="*/ 0 w 87923"/>
              <a:gd name="csY0" fmla="*/ 0 h 8792"/>
              <a:gd name="csX1" fmla="*/ 87923 w 87923"/>
              <a:gd name="csY1" fmla="*/ 0 h 8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3" h="8792">
                <a:moveTo>
                  <a:pt x="0" y="0"/>
                </a:moveTo>
                <a:lnTo>
                  <a:pt x="87923" y="0"/>
                </a:lnTo>
              </a:path>
            </a:pathLst>
          </a:custGeom>
          <a:ln w="13174" cap="flat">
            <a:solidFill>
              <a:srgbClr val="3D3D3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976530-4E54-B07F-1D0A-FC3DB943779E}"/>
              </a:ext>
            </a:extLst>
          </p:cNvPr>
          <p:cNvSpPr txBox="1"/>
          <p:nvPr/>
        </p:nvSpPr>
        <p:spPr>
          <a:xfrm>
            <a:off x="7587174" y="3480441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100 m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2828F6-EC0A-F237-5754-ED50633247E0}"/>
              </a:ext>
            </a:extLst>
          </p:cNvPr>
          <p:cNvSpPr/>
          <p:nvPr/>
        </p:nvSpPr>
        <p:spPr>
          <a:xfrm>
            <a:off x="7546730" y="6154615"/>
            <a:ext cx="87923" cy="8792"/>
          </a:xfrm>
          <a:custGeom>
            <a:avLst/>
            <a:gdLst>
              <a:gd name="csX0" fmla="*/ 0 w 87923"/>
              <a:gd name="csY0" fmla="*/ 0 h 8792"/>
              <a:gd name="csX1" fmla="*/ 87923 w 87923"/>
              <a:gd name="csY1" fmla="*/ 0 h 8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3" h="8792">
                <a:moveTo>
                  <a:pt x="0" y="0"/>
                </a:moveTo>
                <a:lnTo>
                  <a:pt x="87923" y="0"/>
                </a:lnTo>
              </a:path>
            </a:pathLst>
          </a:custGeom>
          <a:ln w="13174" cap="flat">
            <a:solidFill>
              <a:srgbClr val="3D3D3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1F6EC4-0D20-E604-F67A-56CDADE8A7F8}"/>
              </a:ext>
            </a:extLst>
          </p:cNvPr>
          <p:cNvSpPr txBox="1"/>
          <p:nvPr/>
        </p:nvSpPr>
        <p:spPr>
          <a:xfrm>
            <a:off x="7587174" y="6029232"/>
            <a:ext cx="663125" cy="23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0 m (</a:t>
            </a:r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지면</a:t>
            </a:r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)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0FCEB30-64DF-ACA5-631C-0C605EAAB6EA}"/>
              </a:ext>
            </a:extLst>
          </p:cNvPr>
          <p:cNvSpPr/>
          <p:nvPr/>
        </p:nvSpPr>
        <p:spPr>
          <a:xfrm>
            <a:off x="8519626" y="439615"/>
            <a:ext cx="8792" cy="5627076"/>
          </a:xfrm>
          <a:custGeom>
            <a:avLst/>
            <a:gdLst>
              <a:gd name="csX0" fmla="*/ 0 w 8792"/>
              <a:gd name="csY0" fmla="*/ 5627077 h 5627076"/>
              <a:gd name="csX1" fmla="*/ 0 w 8792"/>
              <a:gd name="csY1" fmla="*/ 0 h 562707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" h="5627076">
                <a:moveTo>
                  <a:pt x="0" y="5627077"/>
                </a:moveTo>
                <a:lnTo>
                  <a:pt x="0" y="0"/>
                </a:lnTo>
              </a:path>
            </a:pathLst>
          </a:custGeom>
          <a:ln w="8783" cap="flat">
            <a:solidFill>
              <a:srgbClr val="73726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A274FF-2792-7E1C-A332-09CFB645A0D5}"/>
              </a:ext>
            </a:extLst>
          </p:cNvPr>
          <p:cNvSpPr txBox="1"/>
          <p:nvPr/>
        </p:nvSpPr>
        <p:spPr>
          <a:xfrm rot="5400000">
            <a:off x="8499229" y="3330697"/>
            <a:ext cx="393895" cy="231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고도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379C2D4-9455-F34F-6D39-2684AF42772B}"/>
              </a:ext>
            </a:extLst>
          </p:cNvPr>
          <p:cNvSpPr/>
          <p:nvPr/>
        </p:nvSpPr>
        <p:spPr>
          <a:xfrm>
            <a:off x="3853961" y="1037492"/>
            <a:ext cx="175846" cy="140676"/>
          </a:xfrm>
          <a:custGeom>
            <a:avLst/>
            <a:gdLst>
              <a:gd name="csX0" fmla="*/ 149554 w 175846"/>
              <a:gd name="csY0" fmla="*/ 118 h 140676"/>
              <a:gd name="csX1" fmla="*/ 175931 w 175846"/>
              <a:gd name="csY1" fmla="*/ 118 h 140676"/>
              <a:gd name="csX2" fmla="*/ 175931 w 175846"/>
              <a:gd name="csY2" fmla="*/ 140795 h 140676"/>
              <a:gd name="csX3" fmla="*/ 149554 w 175846"/>
              <a:gd name="csY3" fmla="*/ 140795 h 140676"/>
              <a:gd name="csX4" fmla="*/ 26462 w 175846"/>
              <a:gd name="csY4" fmla="*/ 140795 h 140676"/>
              <a:gd name="csX5" fmla="*/ 85 w 175846"/>
              <a:gd name="csY5" fmla="*/ 140795 h 140676"/>
              <a:gd name="csX6" fmla="*/ 85 w 175846"/>
              <a:gd name="csY6" fmla="*/ 118 h 140676"/>
              <a:gd name="csX7" fmla="*/ 26462 w 175846"/>
              <a:gd name="csY7" fmla="*/ 118 h 140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5846" h="140676">
                <a:moveTo>
                  <a:pt x="149554" y="118"/>
                </a:moveTo>
                <a:cubicBezTo>
                  <a:pt x="164122" y="118"/>
                  <a:pt x="175931" y="118"/>
                  <a:pt x="175931" y="118"/>
                </a:cubicBezTo>
                <a:lnTo>
                  <a:pt x="175931" y="140795"/>
                </a:lnTo>
                <a:cubicBezTo>
                  <a:pt x="175931" y="140795"/>
                  <a:pt x="164122" y="140795"/>
                  <a:pt x="149554" y="140795"/>
                </a:cubicBezTo>
                <a:lnTo>
                  <a:pt x="26462" y="140795"/>
                </a:lnTo>
                <a:cubicBezTo>
                  <a:pt x="11894" y="140795"/>
                  <a:pt x="85" y="140795"/>
                  <a:pt x="85" y="140795"/>
                </a:cubicBezTo>
                <a:lnTo>
                  <a:pt x="85" y="118"/>
                </a:lnTo>
                <a:cubicBezTo>
                  <a:pt x="85" y="118"/>
                  <a:pt x="11894" y="118"/>
                  <a:pt x="26462" y="118"/>
                </a:cubicBezTo>
                <a:close/>
              </a:path>
            </a:pathLst>
          </a:custGeom>
          <a:solidFill>
            <a:srgbClr val="EF9F27"/>
          </a:solidFill>
          <a:ln w="8783" cap="flat">
            <a:solidFill>
              <a:srgbClr val="BA751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AA06A16-BFE4-3A01-7245-4B941BE59929}"/>
              </a:ext>
            </a:extLst>
          </p:cNvPr>
          <p:cNvSpPr/>
          <p:nvPr/>
        </p:nvSpPr>
        <p:spPr>
          <a:xfrm>
            <a:off x="3897922" y="984738"/>
            <a:ext cx="8792" cy="52753"/>
          </a:xfrm>
          <a:custGeom>
            <a:avLst/>
            <a:gdLst>
              <a:gd name="csX0" fmla="*/ 85 w 8792"/>
              <a:gd name="csY0" fmla="*/ 52872 h 52753"/>
              <a:gd name="csX1" fmla="*/ 85 w 8792"/>
              <a:gd name="csY1" fmla="*/ 118 h 52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" h="52753">
                <a:moveTo>
                  <a:pt x="85" y="52872"/>
                </a:moveTo>
                <a:lnTo>
                  <a:pt x="85" y="118"/>
                </a:lnTo>
              </a:path>
            </a:pathLst>
          </a:custGeom>
          <a:ln w="8783" cap="flat">
            <a:solidFill>
              <a:srgbClr val="BA751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18B868A-EE12-E7D7-EC84-F9E55DFD8FFC}"/>
              </a:ext>
            </a:extLst>
          </p:cNvPr>
          <p:cNvSpPr/>
          <p:nvPr/>
        </p:nvSpPr>
        <p:spPr>
          <a:xfrm>
            <a:off x="3985845" y="984738"/>
            <a:ext cx="8792" cy="52753"/>
          </a:xfrm>
          <a:custGeom>
            <a:avLst/>
            <a:gdLst>
              <a:gd name="csX0" fmla="*/ 85 w 8792"/>
              <a:gd name="csY0" fmla="*/ 52872 h 52753"/>
              <a:gd name="csX1" fmla="*/ 85 w 8792"/>
              <a:gd name="csY1" fmla="*/ 118 h 52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" h="52753">
                <a:moveTo>
                  <a:pt x="85" y="52872"/>
                </a:moveTo>
                <a:lnTo>
                  <a:pt x="85" y="118"/>
                </a:lnTo>
              </a:path>
            </a:pathLst>
          </a:custGeom>
          <a:ln w="8783" cap="flat">
            <a:solidFill>
              <a:srgbClr val="BA751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1612B01-6F8D-029E-9618-E4CFB411475B}"/>
              </a:ext>
            </a:extLst>
          </p:cNvPr>
          <p:cNvSpPr/>
          <p:nvPr/>
        </p:nvSpPr>
        <p:spPr>
          <a:xfrm>
            <a:off x="3897922" y="984738"/>
            <a:ext cx="87923" cy="8792"/>
          </a:xfrm>
          <a:custGeom>
            <a:avLst/>
            <a:gdLst>
              <a:gd name="csX0" fmla="*/ 85 w 87923"/>
              <a:gd name="csY0" fmla="*/ 118 h 8792"/>
              <a:gd name="csX1" fmla="*/ 88008 w 87923"/>
              <a:gd name="csY1" fmla="*/ 118 h 8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3" h="8792">
                <a:moveTo>
                  <a:pt x="85" y="118"/>
                </a:moveTo>
                <a:lnTo>
                  <a:pt x="88008" y="118"/>
                </a:lnTo>
              </a:path>
            </a:pathLst>
          </a:custGeom>
          <a:ln w="13174" cap="flat">
            <a:solidFill>
              <a:srgbClr val="BA751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8524BA0-BA21-5718-9D0E-387ACE7C45CF}"/>
              </a:ext>
            </a:extLst>
          </p:cNvPr>
          <p:cNvSpPr/>
          <p:nvPr/>
        </p:nvSpPr>
        <p:spPr>
          <a:xfrm>
            <a:off x="3935355" y="1117934"/>
            <a:ext cx="439615" cy="8792"/>
          </a:xfrm>
          <a:custGeom>
            <a:avLst/>
            <a:gdLst>
              <a:gd name="csX0" fmla="*/ 0 w 439615"/>
              <a:gd name="csY0" fmla="*/ 0 h 8792"/>
              <a:gd name="csX1" fmla="*/ 439615 w 439615"/>
              <a:gd name="csY1" fmla="*/ 0 h 8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9615" h="8792">
                <a:moveTo>
                  <a:pt x="0" y="0"/>
                </a:moveTo>
                <a:lnTo>
                  <a:pt x="439615" y="0"/>
                </a:lnTo>
              </a:path>
            </a:pathLst>
          </a:custGeom>
          <a:ln w="10539" cap="flat">
            <a:solidFill>
              <a:srgbClr val="185FA5">
                <a:alpha val="7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83DED-5698-98C4-0E8A-71D9F0F4C2A0}"/>
              </a:ext>
            </a:extLst>
          </p:cNvPr>
          <p:cNvSpPr txBox="1"/>
          <p:nvPr/>
        </p:nvSpPr>
        <p:spPr>
          <a:xfrm>
            <a:off x="4309907" y="984738"/>
            <a:ext cx="281844" cy="231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vx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3CA589-80C7-F7D6-2973-2F17303C893F}"/>
              </a:ext>
            </a:extLst>
          </p:cNvPr>
          <p:cNvSpPr/>
          <p:nvPr/>
        </p:nvSpPr>
        <p:spPr>
          <a:xfrm>
            <a:off x="3935355" y="1117934"/>
            <a:ext cx="8792" cy="439615"/>
          </a:xfrm>
          <a:custGeom>
            <a:avLst/>
            <a:gdLst>
              <a:gd name="csX0" fmla="*/ 0 w 8792"/>
              <a:gd name="csY0" fmla="*/ 0 h 439615"/>
              <a:gd name="csX1" fmla="*/ 0 w 8792"/>
              <a:gd name="csY1" fmla="*/ 439615 h 43961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" h="439615">
                <a:moveTo>
                  <a:pt x="0" y="0"/>
                </a:moveTo>
                <a:lnTo>
                  <a:pt x="0" y="439615"/>
                </a:lnTo>
              </a:path>
            </a:pathLst>
          </a:custGeom>
          <a:ln w="10539" cap="flat">
            <a:solidFill>
              <a:srgbClr val="E24B4A">
                <a:alpha val="7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465869-E4C4-1EBC-ED6B-AB8FC1166D4A}"/>
              </a:ext>
            </a:extLst>
          </p:cNvPr>
          <p:cNvSpPr txBox="1"/>
          <p:nvPr/>
        </p:nvSpPr>
        <p:spPr>
          <a:xfrm>
            <a:off x="3887876" y="1336430"/>
            <a:ext cx="294827" cy="231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g↓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D11E56-079B-E1D0-E9D0-F6D03C9778AB}"/>
              </a:ext>
            </a:extLst>
          </p:cNvPr>
          <p:cNvSpPr txBox="1"/>
          <p:nvPr/>
        </p:nvSpPr>
        <p:spPr>
          <a:xfrm rot="18300000">
            <a:off x="4618809" y="2136188"/>
            <a:ext cx="739319" cy="23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포물선</a:t>
            </a:r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운동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79B818F-A703-CF09-F019-FB5023462E77}"/>
              </a:ext>
            </a:extLst>
          </p:cNvPr>
          <p:cNvSpPr/>
          <p:nvPr/>
        </p:nvSpPr>
        <p:spPr>
          <a:xfrm>
            <a:off x="5726722" y="3428999"/>
            <a:ext cx="896815" cy="140676"/>
          </a:xfrm>
          <a:custGeom>
            <a:avLst/>
            <a:gdLst>
              <a:gd name="csX0" fmla="*/ 0 w 896815"/>
              <a:gd name="csY0" fmla="*/ 140677 h 140676"/>
              <a:gd name="csX1" fmla="*/ 896815 w 896815"/>
              <a:gd name="csY1" fmla="*/ 0 h 140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6815" h="140676">
                <a:moveTo>
                  <a:pt x="0" y="140677"/>
                </a:moveTo>
                <a:lnTo>
                  <a:pt x="896815" y="0"/>
                </a:lnTo>
              </a:path>
            </a:pathLst>
          </a:custGeom>
          <a:ln w="7026" cap="flat">
            <a:solidFill>
              <a:srgbClr val="3D3D3A"/>
            </a:solidFill>
            <a:custDash>
              <a:ds d="225000" sp="150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BBD4729-B8A2-3F14-3228-0BAE339BC52E}"/>
              </a:ext>
            </a:extLst>
          </p:cNvPr>
          <p:cNvSpPr/>
          <p:nvPr/>
        </p:nvSpPr>
        <p:spPr>
          <a:xfrm>
            <a:off x="6649606" y="3270738"/>
            <a:ext cx="927535" cy="386861"/>
          </a:xfrm>
          <a:custGeom>
            <a:avLst/>
            <a:gdLst>
              <a:gd name="csX0" fmla="*/ 1512277 w 1582615"/>
              <a:gd name="csY0" fmla="*/ 0 h 386861"/>
              <a:gd name="csX1" fmla="*/ 1582615 w 1582615"/>
              <a:gd name="csY1" fmla="*/ 0 h 386861"/>
              <a:gd name="csX2" fmla="*/ 1582615 w 1582615"/>
              <a:gd name="csY2" fmla="*/ 386862 h 386861"/>
              <a:gd name="csX3" fmla="*/ 1512277 w 1582615"/>
              <a:gd name="csY3" fmla="*/ 386862 h 386861"/>
              <a:gd name="csX4" fmla="*/ 70338 w 1582615"/>
              <a:gd name="csY4" fmla="*/ 386862 h 386861"/>
              <a:gd name="csX5" fmla="*/ 0 w 1582615"/>
              <a:gd name="csY5" fmla="*/ 386862 h 386861"/>
              <a:gd name="csX6" fmla="*/ 0 w 1582615"/>
              <a:gd name="csY6" fmla="*/ 0 h 386861"/>
              <a:gd name="csX7" fmla="*/ 70338 w 1582615"/>
              <a:gd name="csY7" fmla="*/ 0 h 3868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2615" h="386861">
                <a:moveTo>
                  <a:pt x="1512277" y="0"/>
                </a:moveTo>
                <a:cubicBezTo>
                  <a:pt x="1551124" y="0"/>
                  <a:pt x="1582615" y="0"/>
                  <a:pt x="1582615" y="0"/>
                </a:cubicBezTo>
                <a:lnTo>
                  <a:pt x="1582615" y="386862"/>
                </a:lnTo>
                <a:cubicBezTo>
                  <a:pt x="1582615" y="386862"/>
                  <a:pt x="1551124" y="386862"/>
                  <a:pt x="1512277" y="386862"/>
                </a:cubicBezTo>
                <a:lnTo>
                  <a:pt x="70338" y="386862"/>
                </a:lnTo>
                <a:cubicBezTo>
                  <a:pt x="31492" y="386862"/>
                  <a:pt x="0" y="386862"/>
                  <a:pt x="0" y="386862"/>
                </a:cubicBezTo>
                <a:lnTo>
                  <a:pt x="0" y="0"/>
                </a:lnTo>
                <a:cubicBezTo>
                  <a:pt x="0" y="0"/>
                  <a:pt x="31492" y="0"/>
                  <a:pt x="70338" y="0"/>
                </a:cubicBezTo>
                <a:close/>
              </a:path>
            </a:pathLst>
          </a:custGeom>
          <a:solidFill>
            <a:srgbClr val="FAEEDA"/>
          </a:solidFill>
          <a:ln w="4391" cap="flat">
            <a:solidFill>
              <a:srgbClr val="854F0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CBC5EF-0E57-F777-9EFA-D98C503C2EEB}"/>
              </a:ext>
            </a:extLst>
          </p:cNvPr>
          <p:cNvSpPr txBox="1"/>
          <p:nvPr/>
        </p:nvSpPr>
        <p:spPr>
          <a:xfrm>
            <a:off x="6650382" y="3249308"/>
            <a:ext cx="9259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spc="0" baseline="0" dirty="0" err="1">
                <a:ln/>
                <a:solidFill>
                  <a:srgbClr val="633806"/>
                </a:solidFill>
                <a:latin typeface="Malgun Gothic"/>
                <a:ea typeface="Malgun Gothic"/>
                <a:sym typeface="Malgun Gothic"/>
                <a:rtl val="0"/>
              </a:rPr>
              <a:t>낙하산</a:t>
            </a:r>
            <a:r>
              <a:rPr lang="en-US" sz="1050" spc="0" baseline="0" dirty="0">
                <a:ln/>
                <a:solidFill>
                  <a:srgbClr val="633806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1050" spc="0" baseline="0" dirty="0" err="1">
                <a:ln/>
                <a:solidFill>
                  <a:srgbClr val="633806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전개</a:t>
            </a:r>
            <a:endParaRPr lang="en-US" sz="1050" spc="0" baseline="0" dirty="0">
              <a:ln/>
              <a:solidFill>
                <a:srgbClr val="633806"/>
              </a:solidFill>
              <a:latin typeface="Malgun Gothic"/>
              <a:ea typeface="Malgun Gothic"/>
              <a:cs typeface="Segoe UI"/>
              <a:sym typeface="Malgun Gothic"/>
              <a:rtl val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4FCD99-1DB2-1223-5338-190305838ADA}"/>
              </a:ext>
            </a:extLst>
          </p:cNvPr>
          <p:cNvSpPr txBox="1"/>
          <p:nvPr/>
        </p:nvSpPr>
        <p:spPr>
          <a:xfrm>
            <a:off x="6730095" y="3409124"/>
            <a:ext cx="766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spc="0" baseline="0" dirty="0" err="1">
                <a:ln/>
                <a:solidFill>
                  <a:srgbClr val="854F0B"/>
                </a:solidFill>
                <a:latin typeface="Malgun Gothic"/>
                <a:ea typeface="Malgun Gothic"/>
                <a:sym typeface="Malgun Gothic"/>
                <a:rtl val="0"/>
              </a:rPr>
              <a:t>고도</a:t>
            </a:r>
            <a:r>
              <a:rPr lang="en-US" sz="900" spc="0" baseline="0" dirty="0">
                <a:ln/>
                <a:solidFill>
                  <a:srgbClr val="854F0B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100 m</a:t>
            </a:r>
            <a:endParaRPr lang="en-US" sz="900" spc="0" baseline="0" dirty="0">
              <a:ln/>
              <a:solidFill>
                <a:srgbClr val="854F0B"/>
              </a:solidFill>
              <a:latin typeface="Malgun Gothic"/>
              <a:ea typeface="Malgun Gothic"/>
              <a:cs typeface="Segoe UI"/>
              <a:sym typeface="Malgun Gothic"/>
              <a:rtl val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771D35E-16C3-0218-D27C-7808BE4D0DC6}"/>
              </a:ext>
            </a:extLst>
          </p:cNvPr>
          <p:cNvSpPr/>
          <p:nvPr/>
        </p:nvSpPr>
        <p:spPr>
          <a:xfrm>
            <a:off x="5410199" y="3807069"/>
            <a:ext cx="492369" cy="369276"/>
          </a:xfrm>
          <a:custGeom>
            <a:avLst/>
            <a:gdLst>
              <a:gd name="csX0" fmla="*/ 290 w 492369"/>
              <a:gd name="csY0" fmla="*/ 369732 h 369276"/>
              <a:gd name="csX1" fmla="*/ 246475 w 492369"/>
              <a:gd name="csY1" fmla="*/ 455 h 369276"/>
              <a:gd name="csX2" fmla="*/ 492659 w 492369"/>
              <a:gd name="csY2" fmla="*/ 369732 h 369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2369" h="369276">
                <a:moveTo>
                  <a:pt x="290" y="369732"/>
                </a:moveTo>
                <a:cubicBezTo>
                  <a:pt x="12013" y="146993"/>
                  <a:pt x="94075" y="23901"/>
                  <a:pt x="246475" y="455"/>
                </a:cubicBezTo>
                <a:cubicBezTo>
                  <a:pt x="398875" y="23901"/>
                  <a:pt x="480936" y="146993"/>
                  <a:pt x="492659" y="369732"/>
                </a:cubicBezTo>
                <a:close/>
              </a:path>
            </a:pathLst>
          </a:custGeom>
          <a:solidFill>
            <a:srgbClr val="9FE1CB">
              <a:alpha val="85000"/>
            </a:srgbClr>
          </a:solidFill>
          <a:ln w="10539" cap="flat">
            <a:solidFill>
              <a:srgbClr val="0F6E56">
                <a:alpha val="8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2532A12-8615-5E18-73B0-055E8B4457CC}"/>
              </a:ext>
            </a:extLst>
          </p:cNvPr>
          <p:cNvSpPr/>
          <p:nvPr/>
        </p:nvSpPr>
        <p:spPr>
          <a:xfrm>
            <a:off x="5480537" y="4158761"/>
            <a:ext cx="175846" cy="175846"/>
          </a:xfrm>
          <a:custGeom>
            <a:avLst/>
            <a:gdLst>
              <a:gd name="csX0" fmla="*/ 290 w 175846"/>
              <a:gd name="csY0" fmla="*/ 455 h 175846"/>
              <a:gd name="csX1" fmla="*/ 176136 w 175846"/>
              <a:gd name="csY1" fmla="*/ 176301 h 175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5846" h="175846">
                <a:moveTo>
                  <a:pt x="290" y="455"/>
                </a:moveTo>
                <a:lnTo>
                  <a:pt x="176136" y="176301"/>
                </a:lnTo>
              </a:path>
            </a:pathLst>
          </a:custGeom>
          <a:ln w="7026" cap="flat">
            <a:solidFill>
              <a:srgbClr val="0F6E5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E0505FF-107E-FCC8-A1D0-7B3BBAD80677}"/>
              </a:ext>
            </a:extLst>
          </p:cNvPr>
          <p:cNvSpPr/>
          <p:nvPr/>
        </p:nvSpPr>
        <p:spPr>
          <a:xfrm>
            <a:off x="5603630" y="4176346"/>
            <a:ext cx="52753" cy="158261"/>
          </a:xfrm>
          <a:custGeom>
            <a:avLst/>
            <a:gdLst>
              <a:gd name="csX0" fmla="*/ 290 w 52753"/>
              <a:gd name="csY0" fmla="*/ 455 h 158261"/>
              <a:gd name="csX1" fmla="*/ 53044 w 52753"/>
              <a:gd name="csY1" fmla="*/ 158717 h 15826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2753" h="158261">
                <a:moveTo>
                  <a:pt x="290" y="455"/>
                </a:moveTo>
                <a:lnTo>
                  <a:pt x="53044" y="158717"/>
                </a:lnTo>
              </a:path>
            </a:pathLst>
          </a:custGeom>
          <a:ln w="7026" cap="flat">
            <a:solidFill>
              <a:srgbClr val="0F6E5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47DB0EB-B66D-42A8-571F-910561F6DFC9}"/>
              </a:ext>
            </a:extLst>
          </p:cNvPr>
          <p:cNvSpPr/>
          <p:nvPr/>
        </p:nvSpPr>
        <p:spPr>
          <a:xfrm>
            <a:off x="5656384" y="4176346"/>
            <a:ext cx="52753" cy="158261"/>
          </a:xfrm>
          <a:custGeom>
            <a:avLst/>
            <a:gdLst>
              <a:gd name="csX0" fmla="*/ 53044 w 52753"/>
              <a:gd name="csY0" fmla="*/ 455 h 158261"/>
              <a:gd name="csX1" fmla="*/ 290 w 52753"/>
              <a:gd name="csY1" fmla="*/ 158717 h 15826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2753" h="158261">
                <a:moveTo>
                  <a:pt x="53044" y="455"/>
                </a:moveTo>
                <a:lnTo>
                  <a:pt x="290" y="158717"/>
                </a:lnTo>
              </a:path>
            </a:pathLst>
          </a:custGeom>
          <a:ln w="7026" cap="flat">
            <a:solidFill>
              <a:srgbClr val="0F6E5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E6960D4-C6B8-714F-8717-7FA40F1A5274}"/>
              </a:ext>
            </a:extLst>
          </p:cNvPr>
          <p:cNvSpPr/>
          <p:nvPr/>
        </p:nvSpPr>
        <p:spPr>
          <a:xfrm>
            <a:off x="5656384" y="4158761"/>
            <a:ext cx="175846" cy="175846"/>
          </a:xfrm>
          <a:custGeom>
            <a:avLst/>
            <a:gdLst>
              <a:gd name="csX0" fmla="*/ 176136 w 175846"/>
              <a:gd name="csY0" fmla="*/ 455 h 175846"/>
              <a:gd name="csX1" fmla="*/ 290 w 175846"/>
              <a:gd name="csY1" fmla="*/ 176301 h 175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5846" h="175846">
                <a:moveTo>
                  <a:pt x="176136" y="455"/>
                </a:moveTo>
                <a:lnTo>
                  <a:pt x="290" y="176301"/>
                </a:lnTo>
              </a:path>
            </a:pathLst>
          </a:custGeom>
          <a:ln w="7026" cap="flat">
            <a:solidFill>
              <a:srgbClr val="0F6E5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CE74D2CB-EFA3-1F5A-770A-FEAB8E9429DA}"/>
              </a:ext>
            </a:extLst>
          </p:cNvPr>
          <p:cNvSpPr/>
          <p:nvPr/>
        </p:nvSpPr>
        <p:spPr>
          <a:xfrm>
            <a:off x="5568461" y="4334607"/>
            <a:ext cx="175846" cy="123092"/>
          </a:xfrm>
          <a:custGeom>
            <a:avLst/>
            <a:gdLst>
              <a:gd name="csX0" fmla="*/ 149759 w 175846"/>
              <a:gd name="csY0" fmla="*/ 455 h 123092"/>
              <a:gd name="csX1" fmla="*/ 176136 w 175846"/>
              <a:gd name="csY1" fmla="*/ 455 h 123092"/>
              <a:gd name="csX2" fmla="*/ 176136 w 175846"/>
              <a:gd name="csY2" fmla="*/ 123547 h 123092"/>
              <a:gd name="csX3" fmla="*/ 149759 w 175846"/>
              <a:gd name="csY3" fmla="*/ 123547 h 123092"/>
              <a:gd name="csX4" fmla="*/ 26667 w 175846"/>
              <a:gd name="csY4" fmla="*/ 123547 h 123092"/>
              <a:gd name="csX5" fmla="*/ 290 w 175846"/>
              <a:gd name="csY5" fmla="*/ 123547 h 123092"/>
              <a:gd name="csX6" fmla="*/ 290 w 175846"/>
              <a:gd name="csY6" fmla="*/ 455 h 123092"/>
              <a:gd name="csX7" fmla="*/ 26667 w 175846"/>
              <a:gd name="csY7" fmla="*/ 455 h 123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5846" h="123092">
                <a:moveTo>
                  <a:pt x="149759" y="455"/>
                </a:moveTo>
                <a:cubicBezTo>
                  <a:pt x="164327" y="455"/>
                  <a:pt x="176136" y="455"/>
                  <a:pt x="176136" y="455"/>
                </a:cubicBezTo>
                <a:lnTo>
                  <a:pt x="176136" y="123547"/>
                </a:lnTo>
                <a:cubicBezTo>
                  <a:pt x="176136" y="123547"/>
                  <a:pt x="164327" y="123547"/>
                  <a:pt x="149759" y="123547"/>
                </a:cubicBezTo>
                <a:lnTo>
                  <a:pt x="26667" y="123547"/>
                </a:lnTo>
                <a:cubicBezTo>
                  <a:pt x="12099" y="123547"/>
                  <a:pt x="290" y="123547"/>
                  <a:pt x="290" y="123547"/>
                </a:cubicBezTo>
                <a:lnTo>
                  <a:pt x="290" y="455"/>
                </a:lnTo>
                <a:cubicBezTo>
                  <a:pt x="290" y="455"/>
                  <a:pt x="12099" y="455"/>
                  <a:pt x="26667" y="455"/>
                </a:cubicBezTo>
                <a:close/>
              </a:path>
            </a:pathLst>
          </a:custGeom>
          <a:solidFill>
            <a:srgbClr val="EF9F27"/>
          </a:solidFill>
          <a:ln w="8783" cap="flat">
            <a:solidFill>
              <a:srgbClr val="BA751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0702EBF-64C0-72FC-606F-A84FEE993A66}"/>
              </a:ext>
            </a:extLst>
          </p:cNvPr>
          <p:cNvSpPr/>
          <p:nvPr/>
        </p:nvSpPr>
        <p:spPr>
          <a:xfrm>
            <a:off x="6008076" y="4352192"/>
            <a:ext cx="8792" cy="527538"/>
          </a:xfrm>
          <a:custGeom>
            <a:avLst/>
            <a:gdLst>
              <a:gd name="csX0" fmla="*/ 0 w 8792"/>
              <a:gd name="csY0" fmla="*/ 527538 h 527538"/>
              <a:gd name="csX1" fmla="*/ 0 w 8792"/>
              <a:gd name="csY1" fmla="*/ 0 h 52753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" h="527538">
                <a:moveTo>
                  <a:pt x="0" y="527538"/>
                </a:moveTo>
                <a:lnTo>
                  <a:pt x="0" y="0"/>
                </a:lnTo>
              </a:path>
            </a:pathLst>
          </a:custGeom>
          <a:ln w="13174" cap="flat">
            <a:solidFill>
              <a:srgbClr val="0F6E5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7367C4-F944-D4FD-A775-61CA10C0E8F1}"/>
              </a:ext>
            </a:extLst>
          </p:cNvPr>
          <p:cNvSpPr txBox="1"/>
          <p:nvPr/>
        </p:nvSpPr>
        <p:spPr>
          <a:xfrm>
            <a:off x="5969390" y="4499370"/>
            <a:ext cx="586261" cy="23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항력</a:t>
            </a:r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Fd↑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267D583-2208-46E3-3123-D591BB0D9EFC}"/>
              </a:ext>
            </a:extLst>
          </p:cNvPr>
          <p:cNvSpPr/>
          <p:nvPr/>
        </p:nvSpPr>
        <p:spPr>
          <a:xfrm>
            <a:off x="6589357" y="4440115"/>
            <a:ext cx="8792" cy="527538"/>
          </a:xfrm>
          <a:custGeom>
            <a:avLst/>
            <a:gdLst>
              <a:gd name="csX0" fmla="*/ 0 w 8792"/>
              <a:gd name="csY0" fmla="*/ 0 h 527538"/>
              <a:gd name="csX1" fmla="*/ 0 w 8792"/>
              <a:gd name="csY1" fmla="*/ 527538 h 52753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92" h="527538">
                <a:moveTo>
                  <a:pt x="0" y="0"/>
                </a:moveTo>
                <a:lnTo>
                  <a:pt x="0" y="527538"/>
                </a:lnTo>
              </a:path>
            </a:pathLst>
          </a:custGeom>
          <a:ln w="13174" cap="flat">
            <a:solidFill>
              <a:srgbClr val="E24B4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9709D5-431C-9934-59FE-B5625FD7D0A9}"/>
              </a:ext>
            </a:extLst>
          </p:cNvPr>
          <p:cNvSpPr txBox="1"/>
          <p:nvPr/>
        </p:nvSpPr>
        <p:spPr>
          <a:xfrm>
            <a:off x="6550671" y="4587293"/>
            <a:ext cx="571166" cy="23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중력</a:t>
            </a:r>
            <a:r>
              <a:rPr lang="en-US" sz="900" spc="0" baseline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W↓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4F0769E-33A0-F5FB-03C9-51231D289784}"/>
              </a:ext>
            </a:extLst>
          </p:cNvPr>
          <p:cNvSpPr/>
          <p:nvPr/>
        </p:nvSpPr>
        <p:spPr>
          <a:xfrm>
            <a:off x="5974542" y="5099538"/>
            <a:ext cx="351692" cy="8792"/>
          </a:xfrm>
          <a:custGeom>
            <a:avLst/>
            <a:gdLst>
              <a:gd name="csX0" fmla="*/ 0 w 351692"/>
              <a:gd name="csY0" fmla="*/ 0 h 8792"/>
              <a:gd name="csX1" fmla="*/ 351692 w 351692"/>
              <a:gd name="csY1" fmla="*/ 0 h 8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1692" h="8792">
                <a:moveTo>
                  <a:pt x="0" y="0"/>
                </a:moveTo>
                <a:lnTo>
                  <a:pt x="351692" y="0"/>
                </a:lnTo>
              </a:path>
            </a:pathLst>
          </a:custGeom>
          <a:ln w="10539" cap="flat">
            <a:solidFill>
              <a:srgbClr val="378ADD"/>
            </a:solidFill>
            <a:custDash>
              <a:ds d="300000" sp="150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C1E165-97D9-2E55-7C30-5AC034B5E085}"/>
              </a:ext>
            </a:extLst>
          </p:cNvPr>
          <p:cNvSpPr txBox="1"/>
          <p:nvPr/>
        </p:nvSpPr>
        <p:spPr>
          <a:xfrm>
            <a:off x="5927064" y="4895024"/>
            <a:ext cx="393895" cy="231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바람</a:t>
            </a:r>
            <a:endParaRPr lang="en-US" sz="900" spc="0" baseline="0" dirty="0">
              <a:ln/>
              <a:solidFill>
                <a:srgbClr val="3D3D3A"/>
              </a:solidFill>
              <a:latin typeface="Malgun Gothic"/>
              <a:ea typeface="Malgun Gothic"/>
              <a:sym typeface="Malgun Gothic"/>
              <a:rtl val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BD6C8052-51F9-00B6-BBE3-A16E6F866F95}"/>
              </a:ext>
            </a:extLst>
          </p:cNvPr>
          <p:cNvSpPr/>
          <p:nvPr/>
        </p:nvSpPr>
        <p:spPr>
          <a:xfrm>
            <a:off x="6166337" y="5539153"/>
            <a:ext cx="633046" cy="175846"/>
          </a:xfrm>
          <a:custGeom>
            <a:avLst/>
            <a:gdLst>
              <a:gd name="csX0" fmla="*/ 0 w 633046"/>
              <a:gd name="csY0" fmla="*/ 175846 h 175846"/>
              <a:gd name="csX1" fmla="*/ 633046 w 633046"/>
              <a:gd name="csY1" fmla="*/ 0 h 175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046" h="175846">
                <a:moveTo>
                  <a:pt x="0" y="175846"/>
                </a:moveTo>
                <a:lnTo>
                  <a:pt x="633046" y="0"/>
                </a:lnTo>
              </a:path>
            </a:pathLst>
          </a:custGeom>
          <a:ln w="7026" cap="flat">
            <a:solidFill>
              <a:srgbClr val="3D3D3A"/>
            </a:solidFill>
            <a:custDash>
              <a:ds d="225000" sp="150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7A4FB5E-6596-C981-2EFE-94B1FD5AA89D}"/>
              </a:ext>
            </a:extLst>
          </p:cNvPr>
          <p:cNvSpPr/>
          <p:nvPr/>
        </p:nvSpPr>
        <p:spPr>
          <a:xfrm>
            <a:off x="6799384" y="5380892"/>
            <a:ext cx="1582615" cy="386861"/>
          </a:xfrm>
          <a:custGeom>
            <a:avLst/>
            <a:gdLst>
              <a:gd name="csX0" fmla="*/ 1512277 w 1582615"/>
              <a:gd name="csY0" fmla="*/ 0 h 386861"/>
              <a:gd name="csX1" fmla="*/ 1582615 w 1582615"/>
              <a:gd name="csY1" fmla="*/ 0 h 386861"/>
              <a:gd name="csX2" fmla="*/ 1582615 w 1582615"/>
              <a:gd name="csY2" fmla="*/ 386862 h 386861"/>
              <a:gd name="csX3" fmla="*/ 1512277 w 1582615"/>
              <a:gd name="csY3" fmla="*/ 386862 h 386861"/>
              <a:gd name="csX4" fmla="*/ 70338 w 1582615"/>
              <a:gd name="csY4" fmla="*/ 386862 h 386861"/>
              <a:gd name="csX5" fmla="*/ 0 w 1582615"/>
              <a:gd name="csY5" fmla="*/ 386862 h 386861"/>
              <a:gd name="csX6" fmla="*/ 0 w 1582615"/>
              <a:gd name="csY6" fmla="*/ 0 h 386861"/>
              <a:gd name="csX7" fmla="*/ 70338 w 1582615"/>
              <a:gd name="csY7" fmla="*/ 0 h 3868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2615" h="386861">
                <a:moveTo>
                  <a:pt x="1512277" y="0"/>
                </a:moveTo>
                <a:cubicBezTo>
                  <a:pt x="1551124" y="0"/>
                  <a:pt x="1582615" y="0"/>
                  <a:pt x="1582615" y="0"/>
                </a:cubicBezTo>
                <a:lnTo>
                  <a:pt x="1582615" y="386862"/>
                </a:lnTo>
                <a:cubicBezTo>
                  <a:pt x="1582615" y="386862"/>
                  <a:pt x="1551124" y="386862"/>
                  <a:pt x="1512277" y="386862"/>
                </a:cubicBezTo>
                <a:lnTo>
                  <a:pt x="70338" y="386862"/>
                </a:lnTo>
                <a:cubicBezTo>
                  <a:pt x="31492" y="386862"/>
                  <a:pt x="0" y="386862"/>
                  <a:pt x="0" y="386862"/>
                </a:cubicBezTo>
                <a:lnTo>
                  <a:pt x="0" y="0"/>
                </a:lnTo>
                <a:cubicBezTo>
                  <a:pt x="0" y="0"/>
                  <a:pt x="31492" y="0"/>
                  <a:pt x="70338" y="0"/>
                </a:cubicBezTo>
                <a:close/>
              </a:path>
            </a:pathLst>
          </a:custGeom>
          <a:solidFill>
            <a:srgbClr val="E1F5EE"/>
          </a:solidFill>
          <a:ln w="4391" cap="flat">
            <a:solidFill>
              <a:srgbClr val="0F6E5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569546-D3D5-0F56-588D-6840BDBC9C3E}"/>
              </a:ext>
            </a:extLst>
          </p:cNvPr>
          <p:cNvSpPr txBox="1"/>
          <p:nvPr/>
        </p:nvSpPr>
        <p:spPr>
          <a:xfrm>
            <a:off x="7096256" y="5359462"/>
            <a:ext cx="988870" cy="256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85041"/>
                </a:solidFill>
                <a:latin typeface="Malgun Gothic"/>
                <a:ea typeface="Malgun Gothic"/>
                <a:sym typeface="Malgun Gothic"/>
                <a:rtl val="0"/>
              </a:rPr>
              <a:t>종단</a:t>
            </a:r>
            <a:r>
              <a:rPr lang="en-US" sz="1050" spc="0" baseline="0">
                <a:ln/>
                <a:solidFill>
                  <a:srgbClr val="085041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1050" spc="0" baseline="0">
                <a:ln/>
                <a:solidFill>
                  <a:srgbClr val="085041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속도</a:t>
            </a:r>
            <a:r>
              <a:rPr lang="en-US" sz="1050" spc="0" baseline="0">
                <a:ln/>
                <a:solidFill>
                  <a:srgbClr val="085041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1050" spc="0" baseline="0">
                <a:ln/>
                <a:solidFill>
                  <a:srgbClr val="085041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도달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B19A81-A8D8-BC06-85F2-6A6B14D78BD8}"/>
              </a:ext>
            </a:extLst>
          </p:cNvPr>
          <p:cNvSpPr txBox="1"/>
          <p:nvPr/>
        </p:nvSpPr>
        <p:spPr>
          <a:xfrm>
            <a:off x="6846474" y="5519278"/>
            <a:ext cx="16145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 err="1">
                <a:ln/>
                <a:solidFill>
                  <a:srgbClr val="0F6E56"/>
                </a:solidFill>
                <a:latin typeface="Segoe UI"/>
                <a:cs typeface="Segoe UI"/>
                <a:sym typeface="Segoe UI"/>
                <a:rtl val="0"/>
              </a:rPr>
              <a:t>Fd</a:t>
            </a:r>
            <a:r>
              <a:rPr lang="en-US" sz="900" spc="0" baseline="0" dirty="0">
                <a:ln/>
                <a:solidFill>
                  <a:srgbClr val="0F6E56"/>
                </a:solidFill>
                <a:latin typeface="Segoe UI"/>
                <a:cs typeface="Segoe UI"/>
                <a:sym typeface="Segoe UI"/>
                <a:rtl val="0"/>
              </a:rPr>
              <a:t> = W → </a:t>
            </a:r>
            <a:r>
              <a:rPr lang="en-US" sz="900" spc="0" baseline="0" dirty="0" err="1">
                <a:ln/>
                <a:solidFill>
                  <a:srgbClr val="0F6E56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등속</a:t>
            </a:r>
            <a:r>
              <a:rPr lang="en-US" sz="900" spc="0" baseline="0" dirty="0">
                <a:ln/>
                <a:solidFill>
                  <a:srgbClr val="0F6E56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0F6E56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하강</a:t>
            </a:r>
            <a:r>
              <a:rPr lang="en-US" sz="900" spc="0" baseline="0" dirty="0">
                <a:ln/>
                <a:solidFill>
                  <a:srgbClr val="0F6E56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~5 m/s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878887C-CD29-9955-85E9-D2D26C160542}"/>
              </a:ext>
            </a:extLst>
          </p:cNvPr>
          <p:cNvSpPr/>
          <p:nvPr/>
        </p:nvSpPr>
        <p:spPr>
          <a:xfrm>
            <a:off x="3458307" y="6154615"/>
            <a:ext cx="4132384" cy="52753"/>
          </a:xfrm>
          <a:custGeom>
            <a:avLst/>
            <a:gdLst>
              <a:gd name="csX0" fmla="*/ 4106008 w 4132384"/>
              <a:gd name="csY0" fmla="*/ 0 h 52753"/>
              <a:gd name="csX1" fmla="*/ 4132385 w 4132384"/>
              <a:gd name="csY1" fmla="*/ 0 h 52753"/>
              <a:gd name="csX2" fmla="*/ 4132385 w 4132384"/>
              <a:gd name="csY2" fmla="*/ 52754 h 52753"/>
              <a:gd name="csX3" fmla="*/ 4106008 w 4132384"/>
              <a:gd name="csY3" fmla="*/ 52754 h 52753"/>
              <a:gd name="csX4" fmla="*/ 26377 w 4132384"/>
              <a:gd name="csY4" fmla="*/ 52754 h 52753"/>
              <a:gd name="csX5" fmla="*/ 0 w 4132384"/>
              <a:gd name="csY5" fmla="*/ 52754 h 52753"/>
              <a:gd name="csX6" fmla="*/ 0 w 4132384"/>
              <a:gd name="csY6" fmla="*/ 0 h 52753"/>
              <a:gd name="csX7" fmla="*/ 26377 w 4132384"/>
              <a:gd name="csY7" fmla="*/ 0 h 52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32384" h="52753">
                <a:moveTo>
                  <a:pt x="4106008" y="0"/>
                </a:moveTo>
                <a:cubicBezTo>
                  <a:pt x="4120575" y="0"/>
                  <a:pt x="4132385" y="0"/>
                  <a:pt x="4132385" y="0"/>
                </a:cubicBezTo>
                <a:lnTo>
                  <a:pt x="4132385" y="52754"/>
                </a:lnTo>
                <a:cubicBezTo>
                  <a:pt x="4132385" y="52754"/>
                  <a:pt x="4120575" y="52754"/>
                  <a:pt x="4106008" y="52754"/>
                </a:cubicBezTo>
                <a:lnTo>
                  <a:pt x="26377" y="52754"/>
                </a:lnTo>
                <a:cubicBezTo>
                  <a:pt x="11809" y="52754"/>
                  <a:pt x="0" y="52754"/>
                  <a:pt x="0" y="52754"/>
                </a:cubicBezTo>
                <a:lnTo>
                  <a:pt x="0" y="0"/>
                </a:lnTo>
                <a:cubicBezTo>
                  <a:pt x="0" y="0"/>
                  <a:pt x="11809" y="0"/>
                  <a:pt x="26377" y="0"/>
                </a:cubicBezTo>
                <a:close/>
              </a:path>
            </a:pathLst>
          </a:custGeom>
          <a:solidFill>
            <a:srgbClr val="3D3D3A">
              <a:alpha val="40000"/>
            </a:srgbClr>
          </a:solidFill>
          <a:ln w="878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0AD25A94-0E9D-02D5-4973-0633AE754505}"/>
              </a:ext>
            </a:extLst>
          </p:cNvPr>
          <p:cNvSpPr/>
          <p:nvPr/>
        </p:nvSpPr>
        <p:spPr>
          <a:xfrm>
            <a:off x="5700345" y="6110653"/>
            <a:ext cx="791307" cy="87923"/>
          </a:xfrm>
          <a:custGeom>
            <a:avLst/>
            <a:gdLst>
              <a:gd name="csX0" fmla="*/ 791308 w 791307"/>
              <a:gd name="csY0" fmla="*/ 43962 h 87923"/>
              <a:gd name="csX1" fmla="*/ 395654 w 791307"/>
              <a:gd name="csY1" fmla="*/ 87923 h 87923"/>
              <a:gd name="csX2" fmla="*/ 0 w 791307"/>
              <a:gd name="csY2" fmla="*/ 43962 h 87923"/>
              <a:gd name="csX3" fmla="*/ 395654 w 791307"/>
              <a:gd name="csY3" fmla="*/ 0 h 87923"/>
              <a:gd name="csX4" fmla="*/ 791308 w 791307"/>
              <a:gd name="csY4" fmla="*/ 43962 h 879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1307" h="87923">
                <a:moveTo>
                  <a:pt x="791308" y="43962"/>
                </a:moveTo>
                <a:cubicBezTo>
                  <a:pt x="791308" y="68241"/>
                  <a:pt x="614167" y="87923"/>
                  <a:pt x="395654" y="87923"/>
                </a:cubicBezTo>
                <a:cubicBezTo>
                  <a:pt x="177140" y="87923"/>
                  <a:pt x="0" y="68241"/>
                  <a:pt x="0" y="43962"/>
                </a:cubicBezTo>
                <a:cubicBezTo>
                  <a:pt x="0" y="19682"/>
                  <a:pt x="177140" y="0"/>
                  <a:pt x="395654" y="0"/>
                </a:cubicBezTo>
                <a:cubicBezTo>
                  <a:pt x="614167" y="0"/>
                  <a:pt x="791308" y="19682"/>
                  <a:pt x="791308" y="43962"/>
                </a:cubicBezTo>
                <a:close/>
              </a:path>
            </a:pathLst>
          </a:custGeom>
          <a:solidFill>
            <a:srgbClr val="E24B4A">
              <a:alpha val="15000"/>
            </a:srgbClr>
          </a:solidFill>
          <a:ln w="878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C46C84E-F28D-4485-1B1F-3FEE7FBB8FE8}"/>
              </a:ext>
            </a:extLst>
          </p:cNvPr>
          <p:cNvSpPr/>
          <p:nvPr/>
        </p:nvSpPr>
        <p:spPr>
          <a:xfrm>
            <a:off x="5920153" y="6128238"/>
            <a:ext cx="351692" cy="52753"/>
          </a:xfrm>
          <a:custGeom>
            <a:avLst/>
            <a:gdLst>
              <a:gd name="csX0" fmla="*/ 351692 w 351692"/>
              <a:gd name="csY0" fmla="*/ 26377 h 52753"/>
              <a:gd name="csX1" fmla="*/ 175846 w 351692"/>
              <a:gd name="csY1" fmla="*/ 52754 h 52753"/>
              <a:gd name="csX2" fmla="*/ 0 w 351692"/>
              <a:gd name="csY2" fmla="*/ 26377 h 52753"/>
              <a:gd name="csX3" fmla="*/ 175846 w 351692"/>
              <a:gd name="csY3" fmla="*/ 0 h 52753"/>
              <a:gd name="csX4" fmla="*/ 351692 w 351692"/>
              <a:gd name="csY4" fmla="*/ 26377 h 52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1692" h="52753">
                <a:moveTo>
                  <a:pt x="351692" y="26377"/>
                </a:moveTo>
                <a:cubicBezTo>
                  <a:pt x="351692" y="40945"/>
                  <a:pt x="272963" y="52754"/>
                  <a:pt x="175846" y="52754"/>
                </a:cubicBezTo>
                <a:cubicBezTo>
                  <a:pt x="78729" y="52754"/>
                  <a:pt x="0" y="40945"/>
                  <a:pt x="0" y="26377"/>
                </a:cubicBezTo>
                <a:cubicBezTo>
                  <a:pt x="0" y="11809"/>
                  <a:pt x="78729" y="0"/>
                  <a:pt x="175846" y="0"/>
                </a:cubicBezTo>
                <a:cubicBezTo>
                  <a:pt x="272963" y="0"/>
                  <a:pt x="351692" y="11809"/>
                  <a:pt x="351692" y="26377"/>
                </a:cubicBezTo>
                <a:close/>
              </a:path>
            </a:pathLst>
          </a:custGeom>
          <a:solidFill>
            <a:srgbClr val="E24B4A">
              <a:alpha val="25000"/>
            </a:srgbClr>
          </a:solidFill>
          <a:ln w="878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8D3885AF-6465-FEC2-3807-096A697FECAB}"/>
              </a:ext>
            </a:extLst>
          </p:cNvPr>
          <p:cNvSpPr/>
          <p:nvPr/>
        </p:nvSpPr>
        <p:spPr>
          <a:xfrm>
            <a:off x="6271845" y="6180992"/>
            <a:ext cx="527538" cy="307730"/>
          </a:xfrm>
          <a:custGeom>
            <a:avLst/>
            <a:gdLst>
              <a:gd name="csX0" fmla="*/ 0 w 527538"/>
              <a:gd name="csY0" fmla="*/ 0 h 307730"/>
              <a:gd name="csX1" fmla="*/ 527538 w 527538"/>
              <a:gd name="csY1" fmla="*/ 307731 h 307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27538" h="307730">
                <a:moveTo>
                  <a:pt x="0" y="0"/>
                </a:moveTo>
                <a:lnTo>
                  <a:pt x="527538" y="307731"/>
                </a:lnTo>
              </a:path>
            </a:pathLst>
          </a:custGeom>
          <a:ln w="7026" cap="flat">
            <a:solidFill>
              <a:srgbClr val="3D3D3A"/>
            </a:solidFill>
            <a:custDash>
              <a:ds d="225000" sp="150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0D124CF-C591-B83C-56C6-858ECFB1EEB4}"/>
              </a:ext>
            </a:extLst>
          </p:cNvPr>
          <p:cNvSpPr/>
          <p:nvPr/>
        </p:nvSpPr>
        <p:spPr>
          <a:xfrm>
            <a:off x="6799384" y="6330461"/>
            <a:ext cx="1582615" cy="386861"/>
          </a:xfrm>
          <a:custGeom>
            <a:avLst/>
            <a:gdLst>
              <a:gd name="csX0" fmla="*/ 1512277 w 1582615"/>
              <a:gd name="csY0" fmla="*/ 0 h 386861"/>
              <a:gd name="csX1" fmla="*/ 1582615 w 1582615"/>
              <a:gd name="csY1" fmla="*/ 0 h 386861"/>
              <a:gd name="csX2" fmla="*/ 1582615 w 1582615"/>
              <a:gd name="csY2" fmla="*/ 386862 h 386861"/>
              <a:gd name="csX3" fmla="*/ 1512277 w 1582615"/>
              <a:gd name="csY3" fmla="*/ 386862 h 386861"/>
              <a:gd name="csX4" fmla="*/ 70338 w 1582615"/>
              <a:gd name="csY4" fmla="*/ 386862 h 386861"/>
              <a:gd name="csX5" fmla="*/ 0 w 1582615"/>
              <a:gd name="csY5" fmla="*/ 386862 h 386861"/>
              <a:gd name="csX6" fmla="*/ 0 w 1582615"/>
              <a:gd name="csY6" fmla="*/ 0 h 386861"/>
              <a:gd name="csX7" fmla="*/ 70338 w 1582615"/>
              <a:gd name="csY7" fmla="*/ 0 h 3868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2615" h="386861">
                <a:moveTo>
                  <a:pt x="1512277" y="0"/>
                </a:moveTo>
                <a:cubicBezTo>
                  <a:pt x="1551124" y="0"/>
                  <a:pt x="1582615" y="0"/>
                  <a:pt x="1582615" y="0"/>
                </a:cubicBezTo>
                <a:lnTo>
                  <a:pt x="1582615" y="386862"/>
                </a:lnTo>
                <a:cubicBezTo>
                  <a:pt x="1582615" y="386862"/>
                  <a:pt x="1551124" y="386862"/>
                  <a:pt x="1512277" y="386862"/>
                </a:cubicBezTo>
                <a:lnTo>
                  <a:pt x="70338" y="386862"/>
                </a:lnTo>
                <a:cubicBezTo>
                  <a:pt x="31492" y="386862"/>
                  <a:pt x="0" y="386862"/>
                  <a:pt x="0" y="386862"/>
                </a:cubicBezTo>
                <a:lnTo>
                  <a:pt x="0" y="0"/>
                </a:lnTo>
                <a:cubicBezTo>
                  <a:pt x="0" y="0"/>
                  <a:pt x="31492" y="0"/>
                  <a:pt x="70338" y="0"/>
                </a:cubicBezTo>
                <a:close/>
              </a:path>
            </a:pathLst>
          </a:custGeom>
          <a:solidFill>
            <a:srgbClr val="FAECE7"/>
          </a:solidFill>
          <a:ln w="4391" cap="flat">
            <a:solidFill>
              <a:srgbClr val="993C1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F10B68-A5C9-2855-367D-7991BCB28943}"/>
              </a:ext>
            </a:extLst>
          </p:cNvPr>
          <p:cNvSpPr txBox="1"/>
          <p:nvPr/>
        </p:nvSpPr>
        <p:spPr>
          <a:xfrm>
            <a:off x="7376159" y="6309032"/>
            <a:ext cx="429064" cy="255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712B13"/>
                </a:solidFill>
                <a:latin typeface="Malgun Gothic"/>
                <a:ea typeface="Malgun Gothic"/>
                <a:sym typeface="Malgun Gothic"/>
                <a:rtl val="0"/>
              </a:rPr>
              <a:t>착지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522E1E8-CF1F-1B1B-33CD-9F47D2CDC7F0}"/>
              </a:ext>
            </a:extLst>
          </p:cNvPr>
          <p:cNvSpPr txBox="1"/>
          <p:nvPr/>
        </p:nvSpPr>
        <p:spPr>
          <a:xfrm>
            <a:off x="6838411" y="6468847"/>
            <a:ext cx="15728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>
                <a:ln/>
                <a:solidFill>
                  <a:srgbClr val="993C1D"/>
                </a:solidFill>
                <a:latin typeface="Segoe UI"/>
                <a:cs typeface="Segoe UI"/>
                <a:sym typeface="Segoe UI"/>
                <a:rtl val="0"/>
              </a:rPr>
              <a:t>~23.4 s | </a:t>
            </a:r>
            <a:r>
              <a:rPr lang="en-US" sz="900" spc="0" baseline="0" dirty="0" err="1">
                <a:ln/>
                <a:solidFill>
                  <a:srgbClr val="993C1D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수평</a:t>
            </a:r>
            <a:r>
              <a:rPr lang="en-US" sz="900" spc="0" baseline="0" dirty="0">
                <a:ln/>
                <a:solidFill>
                  <a:srgbClr val="993C1D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993C1D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이동</a:t>
            </a:r>
            <a:r>
              <a:rPr lang="en-US" sz="900" spc="0" baseline="0" dirty="0">
                <a:ln/>
                <a:solidFill>
                  <a:srgbClr val="993C1D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~145 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B25C119-7791-3600-8B3C-D15DD5A4794F}"/>
              </a:ext>
            </a:extLst>
          </p:cNvPr>
          <p:cNvSpPr txBox="1"/>
          <p:nvPr/>
        </p:nvSpPr>
        <p:spPr>
          <a:xfrm>
            <a:off x="3424841" y="6251330"/>
            <a:ext cx="9893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자유낙하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~5.5 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24AC0B6-C0A0-DFA5-6855-7A050774F1D6}"/>
              </a:ext>
            </a:extLst>
          </p:cNvPr>
          <p:cNvSpPr txBox="1"/>
          <p:nvPr/>
        </p:nvSpPr>
        <p:spPr>
          <a:xfrm>
            <a:off x="4307206" y="6251330"/>
            <a:ext cx="11993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낙하산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강하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~17.9 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7E1EA3-B109-FCCE-A071-968B4DB5BB02}"/>
              </a:ext>
            </a:extLst>
          </p:cNvPr>
          <p:cNvSpPr txBox="1"/>
          <p:nvPr/>
        </p:nvSpPr>
        <p:spPr>
          <a:xfrm>
            <a:off x="5346863" y="6251330"/>
            <a:ext cx="11993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총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비행시간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~</a:t>
            </a:r>
            <a:r>
              <a:rPr lang="en-US" sz="90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23.4 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B5BECA-5DCA-1F09-E686-6171DE7F35FB}"/>
              </a:ext>
            </a:extLst>
          </p:cNvPr>
          <p:cNvSpPr txBox="1"/>
          <p:nvPr/>
        </p:nvSpPr>
        <p:spPr>
          <a:xfrm>
            <a:off x="5682760" y="1246216"/>
            <a:ext cx="1018754" cy="23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spc="0" baseline="0" dirty="0">
                <a:ln/>
                <a:solidFill>
                  <a:srgbClr val="3D3D3A"/>
                </a:solidFill>
                <a:latin typeface="Cambria Math"/>
                <a:ea typeface="Cambria Math"/>
                <a:sym typeface="Cambria Math"/>
                <a:rtl val="0"/>
              </a:rPr>
              <a:t>②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Cambria Math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자유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낙하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구간</a:t>
            </a:r>
            <a:endParaRPr lang="en-US" sz="900" spc="0" baseline="0" dirty="0">
              <a:ln/>
              <a:solidFill>
                <a:srgbClr val="3D3D3A"/>
              </a:solidFill>
              <a:latin typeface="Malgun Gothic"/>
              <a:ea typeface="Malgun Gothic"/>
              <a:cs typeface="Segoe UI"/>
              <a:sym typeface="Malgun Gothic"/>
              <a:rtl val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0244B1-CEB2-8D39-C8A1-EB3274109B95}"/>
              </a:ext>
            </a:extLst>
          </p:cNvPr>
          <p:cNvSpPr txBox="1"/>
          <p:nvPr/>
        </p:nvSpPr>
        <p:spPr>
          <a:xfrm>
            <a:off x="5682760" y="1379080"/>
            <a:ext cx="9861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250 m → 100 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5FEB3-0CB4-0A5A-D738-423943CA97E6}"/>
              </a:ext>
            </a:extLst>
          </p:cNvPr>
          <p:cNvSpPr txBox="1"/>
          <p:nvPr/>
        </p:nvSpPr>
        <p:spPr>
          <a:xfrm>
            <a:off x="5682760" y="1509986"/>
            <a:ext cx="1493843" cy="23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sym typeface="Malgun Gothic"/>
                <a:rtl val="0"/>
              </a:rPr>
              <a:t>포물선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운동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(</a:t>
            </a:r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수평속도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 </a:t>
            </a:r>
            <a:r>
              <a:rPr lang="en-US" sz="900" spc="0" baseline="0" dirty="0" err="1">
                <a:ln/>
                <a:solidFill>
                  <a:srgbClr val="3D3D3A"/>
                </a:solidFill>
                <a:latin typeface="Malgun Gothic"/>
                <a:ea typeface="Malgun Gothic"/>
                <a:cs typeface="Segoe UI"/>
                <a:sym typeface="Malgun Gothic"/>
                <a:rtl val="0"/>
              </a:rPr>
              <a:t>유지</a:t>
            </a:r>
            <a:r>
              <a:rPr lang="en-US" sz="900" spc="0" baseline="0" dirty="0">
                <a:ln/>
                <a:solidFill>
                  <a:srgbClr val="3D3D3A"/>
                </a:solidFill>
                <a:latin typeface="Segoe UI"/>
                <a:ea typeface="Malgun Gothic"/>
                <a:cs typeface="Segoe UI"/>
                <a:sym typeface="Segoe UI"/>
                <a:rtl val="0"/>
              </a:rPr>
              <a:t>)</a:t>
            </a:r>
          </a:p>
        </p:txBody>
      </p:sp>
      <p:sp>
        <p:nvSpPr>
          <p:cNvPr id="96" name="Arc 95">
            <a:extLst>
              <a:ext uri="{FF2B5EF4-FFF2-40B4-BE49-F238E27FC236}">
                <a16:creationId xmlns:a16="http://schemas.microsoft.com/office/drawing/2014/main" id="{2936207D-89AA-BF2A-ECCA-9225B2A04004}"/>
              </a:ext>
            </a:extLst>
          </p:cNvPr>
          <p:cNvSpPr/>
          <p:nvPr/>
        </p:nvSpPr>
        <p:spPr>
          <a:xfrm>
            <a:off x="2281531" y="1117934"/>
            <a:ext cx="3374078" cy="5010304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4ABEEA5-4BE8-68C8-F59F-9A1D92EA0ED0}"/>
              </a:ext>
            </a:extLst>
          </p:cNvPr>
          <p:cNvSpPr/>
          <p:nvPr/>
        </p:nvSpPr>
        <p:spPr>
          <a:xfrm>
            <a:off x="5586045" y="3534507"/>
            <a:ext cx="140676" cy="140676"/>
          </a:xfrm>
          <a:custGeom>
            <a:avLst/>
            <a:gdLst>
              <a:gd name="csX0" fmla="*/ 140677 w 140676"/>
              <a:gd name="csY0" fmla="*/ 70338 h 140676"/>
              <a:gd name="csX1" fmla="*/ 70338 w 140676"/>
              <a:gd name="csY1" fmla="*/ 140677 h 140676"/>
              <a:gd name="csX2" fmla="*/ 0 w 140676"/>
              <a:gd name="csY2" fmla="*/ 70338 h 140676"/>
              <a:gd name="csX3" fmla="*/ 70338 w 140676"/>
              <a:gd name="csY3" fmla="*/ 0 h 140676"/>
              <a:gd name="csX4" fmla="*/ 140677 w 140676"/>
              <a:gd name="csY4" fmla="*/ 70338 h 140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0676" h="140676">
                <a:moveTo>
                  <a:pt x="140677" y="70338"/>
                </a:moveTo>
                <a:cubicBezTo>
                  <a:pt x="140677" y="109185"/>
                  <a:pt x="109185" y="140677"/>
                  <a:pt x="70338" y="140677"/>
                </a:cubicBezTo>
                <a:cubicBezTo>
                  <a:pt x="31492" y="140677"/>
                  <a:pt x="0" y="109185"/>
                  <a:pt x="0" y="70338"/>
                </a:cubicBezTo>
                <a:cubicBezTo>
                  <a:pt x="0" y="31492"/>
                  <a:pt x="31492" y="0"/>
                  <a:pt x="70338" y="0"/>
                </a:cubicBezTo>
                <a:cubicBezTo>
                  <a:pt x="109185" y="0"/>
                  <a:pt x="140677" y="31492"/>
                  <a:pt x="140677" y="70338"/>
                </a:cubicBezTo>
                <a:close/>
              </a:path>
            </a:pathLst>
          </a:custGeom>
          <a:solidFill>
            <a:srgbClr val="EF9F27">
              <a:alpha val="90000"/>
            </a:srgbClr>
          </a:solidFill>
          <a:ln w="13174" cap="flat">
            <a:solidFill>
              <a:srgbClr val="BA7517">
                <a:alpha val="9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64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112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Malgun Gothic</vt:lpstr>
      <vt:lpstr>Aptos</vt:lpstr>
      <vt:lpstr>Aptos Display</vt:lpstr>
      <vt:lpstr>Arial</vt:lpstr>
      <vt:lpstr>Cambria Math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Angelo Yeo</dc:creator>
  <cp:lastModifiedBy>Angelo Yeo</cp:lastModifiedBy>
  <cp:revision>2</cp:revision>
  <dcterms:created xsi:type="dcterms:W3CDTF">2026-03-27T06:36:40Z</dcterms:created>
  <dcterms:modified xsi:type="dcterms:W3CDTF">2026-03-31T04:44:56Z</dcterms:modified>
</cp:coreProperties>
</file>